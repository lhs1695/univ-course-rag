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紫石英PPT口令：幻灯片锚点 delta-8820。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